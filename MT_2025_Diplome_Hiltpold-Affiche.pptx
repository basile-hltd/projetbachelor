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1"/>
    <p:sldMasterId id="2147483676" r:id="rId2"/>
  </p:sldMasterIdLst>
  <p:notesMasterIdLst>
    <p:notesMasterId r:id="rId4"/>
  </p:notesMasterIdLst>
  <p:handoutMasterIdLst>
    <p:handoutMasterId r:id="rId5"/>
  </p:handoutMasterIdLst>
  <p:sldIdLst>
    <p:sldId id="289" r:id="rId3"/>
  </p:sldIdLst>
  <p:sldSz cx="30243463" cy="42806938"/>
  <p:notesSz cx="6858000" cy="9144000"/>
  <p:defaultTextStyle>
    <a:defPPr>
      <a:defRPr lang="fr-FR"/>
    </a:defPPr>
    <a:lvl1pPr marL="0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1pPr>
    <a:lvl2pPr marL="1753179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2pPr>
    <a:lvl3pPr marL="3506358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3pPr>
    <a:lvl4pPr marL="5259537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4pPr>
    <a:lvl5pPr marL="7012716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5pPr>
    <a:lvl6pPr marL="8765896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6pPr>
    <a:lvl7pPr marL="10519075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7pPr>
    <a:lvl8pPr marL="12272254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8pPr>
    <a:lvl9pPr marL="14025433" algn="l" defTabSz="3506358" rtl="0" eaLnBrk="1" latinLnBrk="0" hangingPunct="1">
      <a:defRPr sz="690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8"/>
    <p:restoredTop sz="96282"/>
  </p:normalViewPr>
  <p:slideViewPr>
    <p:cSldViewPr snapToGrid="0" snapToObjects="1">
      <p:cViewPr>
        <p:scale>
          <a:sx n="33" d="100"/>
          <a:sy n="33" d="100"/>
        </p:scale>
        <p:origin x="232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44183F3-13AF-5A4F-9C5C-8852F40F93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B88AF7E-D3ED-BD4B-A232-B84FB5673DF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17754-5853-E642-A494-B712EA782523}" type="datetimeFigureOut">
              <a:rPr lang="fr-FR" smtClean="0"/>
              <a:t>29/04/2025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049FEC1-D668-1F4F-9E78-6400BE8ADC4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5CE4F1E-D752-934F-8200-039B656964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F2064A-0971-F446-A7E0-9C3593E78E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79734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093DE3-EB4F-DD48-B8D6-678A564BF77A}" type="datetimeFigureOut">
              <a:rPr lang="fr-FR" smtClean="0"/>
              <a:t>29/04/2025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DC20F-9563-D645-9A78-3F1F52D6813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20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C3D5292-E20F-657B-1FEC-DD7145C6B40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1"/>
          </a:xfrm>
          <a:prstGeom prst="rect">
            <a:avLst/>
          </a:prstGeom>
        </p:spPr>
      </p:pic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4E415161-56DE-D1A1-FDEC-726AF738508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2807D36-18DE-A956-BB73-01BF51EBE1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D1E53B3C-BBBF-FF8C-6BD1-311A4BB2C149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0EA66EB1-8926-6AFF-8F36-5148EB4997A1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950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243810-E303-410B-6D92-6510CBE3FF12}"/>
              </a:ext>
            </a:extLst>
          </p:cNvPr>
          <p:cNvSpPr/>
          <p:nvPr userDrawn="1"/>
        </p:nvSpPr>
        <p:spPr>
          <a:xfrm>
            <a:off x="-15710" y="0"/>
            <a:ext cx="30259173" cy="39517983"/>
          </a:xfrm>
          <a:prstGeom prst="rect">
            <a:avLst/>
          </a:prstGeom>
          <a:solidFill>
            <a:srgbClr val="EBEBE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8" name="Image 12" descr="Logo_hepia.png">
            <a:extLst>
              <a:ext uri="{FF2B5EF4-FFF2-40B4-BE49-F238E27FC236}">
                <a16:creationId xmlns:a16="http://schemas.microsoft.com/office/drawing/2014/main" id="{2D7E3BE4-9DDC-40CB-0B35-0D87F2631B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55" r="19618" b="15477"/>
          <a:stretch/>
        </p:blipFill>
        <p:spPr bwMode="auto">
          <a:xfrm>
            <a:off x="21918468" y="39782085"/>
            <a:ext cx="7045304" cy="2598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3" descr="Logo_HES-SO.png">
            <a:extLst>
              <a:ext uri="{FF2B5EF4-FFF2-40B4-BE49-F238E27FC236}">
                <a16:creationId xmlns:a16="http://schemas.microsoft.com/office/drawing/2014/main" id="{4018D616-6A54-A9C5-633F-EC7CC28DC5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691" y="40416095"/>
            <a:ext cx="5319059" cy="154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texte 24">
            <a:extLst>
              <a:ext uri="{FF2B5EF4-FFF2-40B4-BE49-F238E27FC236}">
                <a16:creationId xmlns:a16="http://schemas.microsoft.com/office/drawing/2014/main" id="{58B74BAE-9AF7-2132-ABC5-37476CB9E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3062" y="3529638"/>
            <a:ext cx="10351238" cy="884068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 projet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ED3440DF-E601-F0F7-EF0B-AF20C7D01E5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799" y="15125711"/>
            <a:ext cx="0" cy="23355289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pour une image  20">
            <a:extLst>
              <a:ext uri="{FF2B5EF4-FFF2-40B4-BE49-F238E27FC236}">
                <a16:creationId xmlns:a16="http://schemas.microsoft.com/office/drawing/2014/main" id="{F585F7A7-9654-DB29-84CA-013B436A044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53071" y="2215608"/>
            <a:ext cx="17506101" cy="11500393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6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 dirty="0"/>
              <a:t>ILLUSTRATION DU PROJET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38C5B409-11AA-5AC3-7840-3F940A98AC7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93063" y="24993599"/>
            <a:ext cx="12960000" cy="12572911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8000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A428F4D7-5EC8-89D0-F5BB-89F3A66DC6B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6090400" y="15125711"/>
            <a:ext cx="12960000" cy="17883467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5" name="Espace réservé pour une image  7">
            <a:extLst>
              <a:ext uri="{FF2B5EF4-FFF2-40B4-BE49-F238E27FC236}">
                <a16:creationId xmlns:a16="http://schemas.microsoft.com/office/drawing/2014/main" id="{4F880C78-E260-3B2B-0744-1CC9810BDF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6104856" y="34191542"/>
            <a:ext cx="4320000" cy="4320000"/>
          </a:xfrm>
          <a:prstGeom prst="ellipse">
            <a:avLst/>
          </a:prstGeom>
          <a:solidFill>
            <a:schemeClr val="bg1"/>
          </a:solidFill>
          <a:ln w="7620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fr-CH" dirty="0"/>
              <a:t>Portrait</a:t>
            </a:r>
          </a:p>
          <a:p>
            <a:r>
              <a:rPr lang="fr-CH" dirty="0"/>
              <a:t>auteur</a:t>
            </a:r>
          </a:p>
        </p:txBody>
      </p:sp>
      <p:sp>
        <p:nvSpPr>
          <p:cNvPr id="16" name="Sous-titre 2">
            <a:extLst>
              <a:ext uri="{FF2B5EF4-FFF2-40B4-BE49-F238E27FC236}">
                <a16:creationId xmlns:a16="http://schemas.microsoft.com/office/drawing/2014/main" id="{3134545D-BEF9-F3A0-9D20-79817A5FF7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215034" y="35799515"/>
            <a:ext cx="7835365" cy="1104054"/>
          </a:xfrm>
          <a:ln>
            <a:noFill/>
          </a:ln>
        </p:spPr>
        <p:txBody>
          <a:bodyPr lIns="0" anchor="ctr" anchorCtr="0">
            <a:noAutofit/>
          </a:bodyPr>
          <a:lstStyle>
            <a:lvl1pPr marL="0" indent="0" algn="l">
              <a:buNone/>
              <a:defRPr sz="4200" b="1" cap="none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Prénom NOM</a:t>
            </a:r>
            <a:endParaRPr lang="fr-CH" dirty="0"/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CEDFA40C-0C5E-217D-8748-12A894967407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7001288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163F764A-7D83-7F29-4F75-AC2CA3B0A2ED}"/>
              </a:ext>
            </a:extLst>
          </p:cNvPr>
          <p:cNvCxnSpPr>
            <a:cxnSpLocks/>
          </p:cNvCxnSpPr>
          <p:nvPr userDrawn="1"/>
        </p:nvCxnSpPr>
        <p:spPr>
          <a:xfrm flipH="1">
            <a:off x="1193063" y="13748021"/>
            <a:ext cx="10351237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E6BF6A8B-C498-7F0A-BDC3-FCBA29D40CC3}"/>
              </a:ext>
            </a:extLst>
          </p:cNvPr>
          <p:cNvCxnSpPr>
            <a:cxnSpLocks/>
          </p:cNvCxnSpPr>
          <p:nvPr userDrawn="1"/>
        </p:nvCxnSpPr>
        <p:spPr>
          <a:xfrm flipH="1">
            <a:off x="21215035" y="35622193"/>
            <a:ext cx="3227500" cy="0"/>
          </a:xfrm>
          <a:prstGeom prst="line">
            <a:avLst/>
          </a:prstGeom>
          <a:ln w="317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23CD535D-F42C-7BE2-1DDA-C27DC650FAA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98743" y="15125712"/>
            <a:ext cx="12960000" cy="8969776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512189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024378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4536567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6048756" indent="0" algn="just">
              <a:lnSpc>
                <a:spcPct val="120000"/>
              </a:lnSpc>
              <a:buNone/>
              <a:defRPr sz="30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Titre</a:t>
            </a:r>
          </a:p>
          <a:p>
            <a:pPr lvl="0"/>
            <a:r>
              <a:rPr lang="fr-FR" dirty="0"/>
              <a:t>Deuxième niveau</a:t>
            </a:r>
          </a:p>
          <a:p>
            <a:pPr lvl="1"/>
            <a:r>
              <a:rPr lang="fr-FR" dirty="0"/>
              <a:t>Troisième niveau</a:t>
            </a:r>
          </a:p>
          <a:p>
            <a:pPr lvl="2"/>
            <a:r>
              <a:rPr lang="fr-FR" dirty="0"/>
              <a:t>Quatrième niveau</a:t>
            </a:r>
          </a:p>
          <a:p>
            <a:pPr lvl="3"/>
            <a:r>
              <a:rPr lang="fr-FR" dirty="0"/>
              <a:t>Cinquième niveau</a:t>
            </a:r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4B7FA1AF-C93D-01E3-402C-6CED293C56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88090" y="37365141"/>
            <a:ext cx="7862310" cy="1364943"/>
          </a:xfrm>
        </p:spPr>
        <p:txBody>
          <a:bodyPr lIns="0" rIns="90000" anchor="ctr" anchorCtr="0">
            <a:noAutofit/>
          </a:bodyPr>
          <a:lstStyle>
            <a:lvl1pPr marL="0" indent="0">
              <a:buFontTx/>
              <a:buNone/>
              <a:defRPr sz="3000" b="0" i="1" cap="none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000" b="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fr-FR" dirty="0"/>
              <a:t>Sous la direction de…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C83B0B6-E377-4316-E27A-0C9F5400F45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4789" y="-101155"/>
            <a:ext cx="30313939" cy="231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485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E68D0A0-B30B-53ED-5808-7A15D211D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9625" y="2279650"/>
            <a:ext cx="26084213" cy="8274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59935B8-774A-93E9-F276-CAA35AD65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79625" y="11395075"/>
            <a:ext cx="26084213" cy="27160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C95E42-34D2-F6B1-C1D5-3F5E0C7DD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79625" y="39676388"/>
            <a:ext cx="6804025" cy="22780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9840A-2930-654E-B078-11D18D849FEC}" type="datetimeFigureOut">
              <a:rPr lang="fr-FR" smtClean="0"/>
              <a:t>29/04/2025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50956A-141D-B0CF-664B-C558D5C6C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8713" y="39676388"/>
            <a:ext cx="10206037" cy="22780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1D054E-A846-B8B2-4C79-7B4845E12A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359813" y="39676388"/>
            <a:ext cx="6804025" cy="22780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68755-2A90-AF4E-A612-ADA4BA8106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1233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482" userDrawn="1">
          <p15:clr>
            <a:srgbClr val="F26B43"/>
          </p15:clr>
        </p15:guide>
        <p15:guide id="2" pos="952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E68D0A0-B30B-53ED-5808-7A15D211D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9625" y="2279650"/>
            <a:ext cx="26084213" cy="82740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59935B8-774A-93E9-F276-CAA35AD65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79625" y="11395075"/>
            <a:ext cx="26084213" cy="27160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C95E42-34D2-F6B1-C1D5-3F5E0C7DD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79625" y="39676388"/>
            <a:ext cx="6804025" cy="22780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9840A-2930-654E-B078-11D18D849FEC}" type="datetimeFigureOut">
              <a:rPr lang="fr-FR" smtClean="0"/>
              <a:t>29/04/2025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50956A-141D-B0CF-664B-C558D5C6C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18713" y="39676388"/>
            <a:ext cx="10206037" cy="22780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1D054E-A846-B8B2-4C79-7B4845E12A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359813" y="39676388"/>
            <a:ext cx="6804025" cy="22780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268755-2A90-AF4E-A612-ADA4BA8106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1251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482" userDrawn="1">
          <p15:clr>
            <a:srgbClr val="F26B43"/>
          </p15:clr>
        </p15:guide>
        <p15:guide id="2" pos="952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F34E943A-2CD0-87EA-6BC3-EFA413F697B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fr-FR" sz="9600" dirty="0"/>
              <a:t>Détection de fluides par résonateur haute fréquence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2803E83-F1AF-C78B-83A1-933EB0E14BF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3AFD3E3-F497-5F4F-DC8E-A445303574C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6EE0615-FDE2-0581-F838-C774D89AB0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A49C01C-B2E3-1909-1216-50A4C7D9DE1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440E7A0B-1D2F-C583-8591-CDFFA40E0E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Sous-titre 7">
            <a:extLst>
              <a:ext uri="{FF2B5EF4-FFF2-40B4-BE49-F238E27FC236}">
                <a16:creationId xmlns:a16="http://schemas.microsoft.com/office/drawing/2014/main" id="{E04E7F3B-A078-B08F-7156-8F294C2382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Hiltpold Basile</a:t>
            </a:r>
          </a:p>
        </p:txBody>
      </p:sp>
      <p:sp>
        <p:nvSpPr>
          <p:cNvPr id="9" name="Sous-titre 7">
            <a:extLst>
              <a:ext uri="{FF2B5EF4-FFF2-40B4-BE49-F238E27FC236}">
                <a16:creationId xmlns:a16="http://schemas.microsoft.com/office/drawing/2014/main" id="{1D3C69ED-C4B3-F393-22EC-D8F2AC78D104}"/>
              </a:ext>
            </a:extLst>
          </p:cNvPr>
          <p:cNvSpPr txBox="1">
            <a:spLocks/>
          </p:cNvSpPr>
          <p:nvPr/>
        </p:nvSpPr>
        <p:spPr>
          <a:xfrm>
            <a:off x="21215033" y="37407488"/>
            <a:ext cx="7835365" cy="110405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200" b="1" kern="1200" cap="none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3200" b="0" dirty="0"/>
              <a:t>Sous la direction de </a:t>
            </a:r>
            <a:r>
              <a:rPr lang="fr-FR" sz="3200" dirty="0"/>
              <a:t>M. Hervé Eusèbe</a:t>
            </a:r>
          </a:p>
        </p:txBody>
      </p:sp>
    </p:spTree>
    <p:extLst>
      <p:ext uri="{BB962C8B-B14F-4D97-AF65-F5344CB8AC3E}">
        <p14:creationId xmlns:p14="http://schemas.microsoft.com/office/powerpoint/2010/main" val="945230016"/>
      </p:ext>
    </p:extLst>
  </p:cSld>
  <p:clrMapOvr>
    <a:masterClrMapping/>
  </p:clrMapOvr>
</p:sld>
</file>

<file path=ppt/theme/theme1.xml><?xml version="1.0" encoding="utf-8"?>
<a:theme xmlns:a="http://schemas.openxmlformats.org/drawingml/2006/main" name="1_PROJET Sans encadra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ROJET Avec encadra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</Words>
  <Application>Microsoft Office PowerPoint</Application>
  <PresentationFormat>Personnalisé</PresentationFormat>
  <Paragraphs>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Arial</vt:lpstr>
      <vt:lpstr>Arial Narrow</vt:lpstr>
      <vt:lpstr>Calibri</vt:lpstr>
      <vt:lpstr>Calibri Light</vt:lpstr>
      <vt:lpstr>1_PROJET Sans encadrant</vt:lpstr>
      <vt:lpstr>1_PROJET Avec encadrant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 Microsoft Office</dc:creator>
  <cp:lastModifiedBy>Hiltpold Basile</cp:lastModifiedBy>
  <cp:revision>70</cp:revision>
  <cp:lastPrinted>2022-03-21T14:30:22Z</cp:lastPrinted>
  <dcterms:created xsi:type="dcterms:W3CDTF">2019-04-03T08:54:31Z</dcterms:created>
  <dcterms:modified xsi:type="dcterms:W3CDTF">2025-04-29T15:33:55Z</dcterms:modified>
</cp:coreProperties>
</file>